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4594e3b5319851cf292b127be2cb0b3887ce400fea48210872e24a43ff6b0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511b699a59542243cb04977407e63f6f218c5de3d75c59a5c0e444c5f1cccc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5a037a5f75ec52a8e5d26e685085f431226b74deec1a08eccbf737e944f583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b33e3c690d1d11854b2839116d7a81eff4337c983f1017d1d3710bdb74b5ac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b12a7631c7c4b583ad6ca7f57544fe5234b10c5b8a13ba719a749197508c3e9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b104952ff2affbf1d8687ccbf58db29f1b8a5a41fd9a26da74c98359500a985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41dc0134d80754fea73d1658eae75b165874d8725be3165b47544b484dd7ae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c57559b12501c54c11ae971d6cef2db55f7b24e2c65dcf6533dc05e2a2a0d5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d867ea551af1f56faf51c388d5522d99b73ce496085f34a883867001b519c4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a82487c4c77ae9bf52e95aee605f8b2fbffaeea969b23bcb8d301ecae4e0b6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f577e7568c4139aacb536ccf07fb38ae1ec4509eec4e63d228c96d493d0376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f5a518b98795766b38ea875d6495c9c84581d497fa8f0b328cc3d977d02564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b02e2fd7d11d57714ccb568f711213acffe90920014157a10b0b2a4914336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97e04c1ad2715880e38f354cc5cda77251a0fc5ffbab0a88a6043c46843dc33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 repeatCount="indefinite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